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</p:sldMasterIdLst>
  <p:notesMasterIdLst>
    <p:notesMasterId r:id="rId12"/>
  </p:notesMasterIdLst>
  <p:sldIdLst>
    <p:sldId id="256" r:id="rId3"/>
    <p:sldId id="258" r:id="rId4"/>
    <p:sldId id="260" r:id="rId5"/>
    <p:sldId id="263" r:id="rId6"/>
    <p:sldId id="312" r:id="rId7"/>
    <p:sldId id="261" r:id="rId8"/>
    <p:sldId id="313" r:id="rId9"/>
    <p:sldId id="262" r:id="rId10"/>
    <p:sldId id="268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Barlow" panose="00000500000000000000" pitchFamily="2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D599A-12FB-3F5E-777B-9953D09F2184}" v="428" dt="2026-03-03T16:29:24.511"/>
    <p1510:client id="{E1D7264F-6063-A0D6-86F7-40ECF6AF3EC6}" v="33" dt="2026-03-03T15:56:05.490"/>
  </p1510:revLst>
</p1510:revInfo>
</file>

<file path=ppt/tableStyles.xml><?xml version="1.0" encoding="utf-8"?>
<a:tblStyleLst xmlns:a="http://schemas.openxmlformats.org/drawingml/2006/main" def="{7C6E30E2-8CF4-4E99-9749-A6ED9780A245}">
  <a:tblStyle styleId="{7C6E30E2-8CF4-4E99-9749-A6ED9780A2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A834BC-9D87-44D6-ADE3-60756199D9C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740B58ED-7EAF-3881-DB80-FCA63D61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6AE4DB47-6C7C-35F4-F6F9-801C51E6F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6B1F4BE3-1FE7-48B9-3B2D-035D631FF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286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F81F5191-C038-2F28-1140-507578FC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4FE4A262-1E4E-AF99-8B6E-45135BB46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4A9CEABA-8C7A-009F-03B5-7D2E5B7C4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090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rot="10800000" flipH="1">
              <a:off x="-3" y="-1466368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1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2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3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4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 rot="10800000" flipH="1">
            <a:off x="7378450" y="-807272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rot="10800000" flipH="1">
            <a:off x="-1358733" y="-903765"/>
            <a:ext cx="3520399" cy="184160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>
            <a:spLocks noGrp="1"/>
          </p:cNvSpPr>
          <p:nvPr>
            <p:ph type="pic" idx="2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 rot="10800000" flipH="1">
            <a:off x="-1594613" y="-603810"/>
            <a:ext cx="3247250" cy="169871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9"/>
          <p:cNvSpPr txBox="1">
            <a:spLocks noGrp="1"/>
          </p:cNvSpPr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ubTitle" idx="1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rot="10800000" flipH="1">
              <a:off x="-427494" y="8097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rot="10800000" flipH="1">
              <a:off x="7861425" y="-9594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rot="10800000" flipH="1">
              <a:off x="-591414" y="-217566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rot="10800000" flipH="1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11"/>
          <p:cNvSpPr txBox="1">
            <a:spLocks noGrp="1"/>
          </p:cNvSpPr>
          <p:nvPr>
            <p:ph type="title" hasCustomPrompt="1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>
            <a:spLocks noGrp="1"/>
          </p:cNvSpPr>
          <p:nvPr>
            <p:ph type="subTitle" idx="1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rot="10800000" flipH="1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" name="Google Shape;273;p14"/>
          <p:cNvSpPr txBox="1">
            <a:spLocks noGrp="1"/>
          </p:cNvSpPr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1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subTitle" idx="1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15"/>
          <p:cNvSpPr>
            <a:spLocks noGrp="1"/>
          </p:cNvSpPr>
          <p:nvPr>
            <p:ph type="pic" idx="2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rot="10800000" flipH="1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rot="10800000" flipH="1">
              <a:off x="-79353" y="-11944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rot="10800000" flipH="1">
            <a:off x="6778074" y="487648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>
            <a:spLocks noGrp="1"/>
          </p:cNvSpPr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6"/>
          <p:cNvSpPr txBox="1">
            <a:spLocks noGrp="1"/>
          </p:cNvSpPr>
          <p:nvPr>
            <p:ph type="subTitle" idx="1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rot="10800000" flipH="1">
              <a:off x="7412165" y="-43596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rot="10800000" flipH="1">
              <a:off x="-694176" y="-92023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17"/>
          <p:cNvSpPr txBox="1">
            <a:spLocks noGrp="1"/>
          </p:cNvSpPr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subTitle" idx="1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rot="10800000" flipH="1">
              <a:off x="-305811" y="-464980"/>
              <a:ext cx="1920158" cy="1004478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8"/>
          <p:cNvSpPr txBox="1">
            <a:spLocks noGrp="1"/>
          </p:cNvSpPr>
          <p:nvPr>
            <p:ph type="subTitle" idx="1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8"/>
          <p:cNvSpPr/>
          <p:nvPr/>
        </p:nvSpPr>
        <p:spPr>
          <a:xfrm rot="10800000" flipH="1">
            <a:off x="-2006799" y="-1824231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rot="10800000" flipH="1">
              <a:off x="7028137" y="-635197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40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subTitle" idx="1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rot="10800000" flipH="1">
              <a:off x="-201825" y="-1528931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9" name="Google Shape;42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0"/>
          <p:cNvSpPr txBox="1">
            <a:spLocks noGrp="1"/>
          </p:cNvSpPr>
          <p:nvPr>
            <p:ph type="subTitle" idx="1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0"/>
          <p:cNvSpPr txBox="1">
            <a:spLocks noGrp="1"/>
          </p:cNvSpPr>
          <p:nvPr>
            <p:ph type="subTitle" idx="2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0"/>
          <p:cNvSpPr txBox="1">
            <a:spLocks noGrp="1"/>
          </p:cNvSpPr>
          <p:nvPr>
            <p:ph type="subTitle" idx="3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33" name="Google Shape;433;p20"/>
          <p:cNvSpPr txBox="1">
            <a:spLocks noGrp="1"/>
          </p:cNvSpPr>
          <p:nvPr>
            <p:ph type="subTitle" idx="4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rot="10800000" flipH="1">
              <a:off x="-1123779" y="-1437185"/>
              <a:ext cx="3115510" cy="1837815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4" name="Google Shape;46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2"/>
          <p:cNvSpPr txBox="1">
            <a:spLocks noGrp="1"/>
          </p:cNvSpPr>
          <p:nvPr>
            <p:ph type="subTitle" idx="1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2"/>
          <p:cNvSpPr txBox="1">
            <a:spLocks noGrp="1"/>
          </p:cNvSpPr>
          <p:nvPr>
            <p:ph type="subTitle" idx="2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2"/>
          <p:cNvSpPr txBox="1">
            <a:spLocks noGrp="1"/>
          </p:cNvSpPr>
          <p:nvPr>
            <p:ph type="subTitle" idx="3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2"/>
          <p:cNvSpPr txBox="1">
            <a:spLocks noGrp="1"/>
          </p:cNvSpPr>
          <p:nvPr>
            <p:ph type="subTitle" idx="4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69" name="Google Shape;469;p22"/>
          <p:cNvSpPr txBox="1">
            <a:spLocks noGrp="1"/>
          </p:cNvSpPr>
          <p:nvPr>
            <p:ph type="subTitle" idx="5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70" name="Google Shape;470;p22"/>
          <p:cNvSpPr txBox="1">
            <a:spLocks noGrp="1"/>
          </p:cNvSpPr>
          <p:nvPr>
            <p:ph type="subTitle" idx="6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471" name="Google Shape;471;p22"/>
          <p:cNvGrpSpPr/>
          <p:nvPr/>
        </p:nvGrpSpPr>
        <p:grpSpPr>
          <a:xfrm rot="10800000" flipH="1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rot="10800000" flipH="1">
              <a:off x="-592558" y="-10342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rot="10800000" flipH="1">
              <a:off x="5882231" y="4965151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23"/>
          <p:cNvSpPr txBox="1">
            <a:spLocks noGrp="1"/>
          </p:cNvSpPr>
          <p:nvPr>
            <p:ph type="subTitle" idx="1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23"/>
          <p:cNvSpPr txBox="1">
            <a:spLocks noGrp="1"/>
          </p:cNvSpPr>
          <p:nvPr>
            <p:ph type="subTitle" idx="2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23"/>
          <p:cNvSpPr txBox="1">
            <a:spLocks noGrp="1"/>
          </p:cNvSpPr>
          <p:nvPr>
            <p:ph type="subTitle" idx="3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23"/>
          <p:cNvSpPr txBox="1">
            <a:spLocks noGrp="1"/>
          </p:cNvSpPr>
          <p:nvPr>
            <p:ph type="subTitle" idx="4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23"/>
          <p:cNvSpPr txBox="1">
            <a:spLocks noGrp="1"/>
          </p:cNvSpPr>
          <p:nvPr>
            <p:ph type="subTitle" idx="5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5" name="Google Shape;495;p23"/>
          <p:cNvSpPr txBox="1">
            <a:spLocks noGrp="1"/>
          </p:cNvSpPr>
          <p:nvPr>
            <p:ph type="subTitle" idx="6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6" name="Google Shape;496;p23"/>
          <p:cNvSpPr txBox="1">
            <a:spLocks noGrp="1"/>
          </p:cNvSpPr>
          <p:nvPr>
            <p:ph type="subTitle" idx="7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7" name="Google Shape;497;p23"/>
          <p:cNvSpPr txBox="1">
            <a:spLocks noGrp="1"/>
          </p:cNvSpPr>
          <p:nvPr>
            <p:ph type="subTitle" idx="8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rot="10800000" flipH="1">
            <a:off x="7721650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rot="10800000" flipH="1">
              <a:off x="-2689610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4"/>
          <p:cNvSpPr txBox="1">
            <a:spLocks noGrp="1"/>
          </p:cNvSpPr>
          <p:nvPr>
            <p:ph type="subTitle" idx="1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4"/>
          <p:cNvSpPr txBox="1">
            <a:spLocks noGrp="1"/>
          </p:cNvSpPr>
          <p:nvPr>
            <p:ph type="subTitle" idx="2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4"/>
          <p:cNvSpPr txBox="1">
            <a:spLocks noGrp="1"/>
          </p:cNvSpPr>
          <p:nvPr>
            <p:ph type="subTitle" idx="3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4"/>
          <p:cNvSpPr txBox="1">
            <a:spLocks noGrp="1"/>
          </p:cNvSpPr>
          <p:nvPr>
            <p:ph type="subTitle" idx="4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4"/>
          <p:cNvSpPr txBox="1">
            <a:spLocks noGrp="1"/>
          </p:cNvSpPr>
          <p:nvPr>
            <p:ph type="subTitle" idx="5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4"/>
          <p:cNvSpPr txBox="1">
            <a:spLocks noGrp="1"/>
          </p:cNvSpPr>
          <p:nvPr>
            <p:ph type="subTitle" idx="6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4"/>
          <p:cNvSpPr txBox="1">
            <a:spLocks noGrp="1"/>
          </p:cNvSpPr>
          <p:nvPr>
            <p:ph type="subTitle" idx="7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7" name="Google Shape;527;p24"/>
          <p:cNvSpPr txBox="1">
            <a:spLocks noGrp="1"/>
          </p:cNvSpPr>
          <p:nvPr>
            <p:ph type="subTitle" idx="8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8" name="Google Shape;528;p24"/>
          <p:cNvSpPr txBox="1">
            <a:spLocks noGrp="1"/>
          </p:cNvSpPr>
          <p:nvPr>
            <p:ph type="subTitle" idx="9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9" name="Google Shape;529;p24"/>
          <p:cNvSpPr txBox="1">
            <a:spLocks noGrp="1"/>
          </p:cNvSpPr>
          <p:nvPr>
            <p:ph type="subTitle" idx="13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30" name="Google Shape;530;p24"/>
          <p:cNvSpPr txBox="1">
            <a:spLocks noGrp="1"/>
          </p:cNvSpPr>
          <p:nvPr>
            <p:ph type="subTitle" idx="14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31" name="Google Shape;531;p24"/>
          <p:cNvSpPr txBox="1">
            <a:spLocks noGrp="1"/>
          </p:cNvSpPr>
          <p:nvPr>
            <p:ph type="subTitle" idx="15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rot="10800000" flipH="1">
              <a:off x="-1764035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rot="10800000" flipH="1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5"/>
          <p:cNvSpPr txBox="1">
            <a:spLocks noGrp="1"/>
          </p:cNvSpPr>
          <p:nvPr>
            <p:ph type="title" hasCustomPrompt="1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>
            <a:spLocks noGrp="1"/>
          </p:cNvSpPr>
          <p:nvPr>
            <p:ph type="subTitle" idx="1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4" name="Google Shape;564;p25"/>
          <p:cNvSpPr txBox="1">
            <a:spLocks noGrp="1"/>
          </p:cNvSpPr>
          <p:nvPr>
            <p:ph type="title" idx="2" hasCustomPrompt="1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>
            <a:spLocks noGrp="1"/>
          </p:cNvSpPr>
          <p:nvPr>
            <p:ph type="subTitle" idx="3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6" name="Google Shape;566;p25"/>
          <p:cNvSpPr txBox="1">
            <a:spLocks noGrp="1"/>
          </p:cNvSpPr>
          <p:nvPr>
            <p:ph type="title" idx="4" hasCustomPrompt="1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>
            <a:spLocks noGrp="1"/>
          </p:cNvSpPr>
          <p:nvPr>
            <p:ph type="subTitle" idx="5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rot="10800000" flipH="1">
              <a:off x="-955172" y="-1359417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rot="10800000" flipH="1">
              <a:off x="7251492" y="-83652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21" name="Google Shape;621;p26"/>
          <p:cNvSpPr txBox="1">
            <a:spLocks noGrp="1"/>
          </p:cNvSpPr>
          <p:nvPr>
            <p:ph type="title" hasCustomPrompt="1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>
            <a:spLocks noGrp="1"/>
          </p:cNvSpPr>
          <p:nvPr>
            <p:ph type="subTitle" idx="1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3" name="Google Shape;623;p26"/>
          <p:cNvSpPr txBox="1">
            <a:spLocks noGrp="1"/>
          </p:cNvSpPr>
          <p:nvPr>
            <p:ph type="subTitle" idx="2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24" name="Google Shape;624;p26"/>
          <p:cNvSpPr txBox="1">
            <a:spLocks noGrp="1"/>
          </p:cNvSpPr>
          <p:nvPr>
            <p:ph type="title" idx="3" hasCustomPrompt="1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>
            <a:spLocks noGrp="1"/>
          </p:cNvSpPr>
          <p:nvPr>
            <p:ph type="subTitle" idx="4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6" name="Google Shape;626;p26"/>
          <p:cNvSpPr txBox="1">
            <a:spLocks noGrp="1"/>
          </p:cNvSpPr>
          <p:nvPr>
            <p:ph type="subTitle" idx="5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27" name="Google Shape;627;p26"/>
          <p:cNvSpPr txBox="1">
            <a:spLocks noGrp="1"/>
          </p:cNvSpPr>
          <p:nvPr>
            <p:ph type="title" idx="6" hasCustomPrompt="1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>
            <a:spLocks noGrp="1"/>
          </p:cNvSpPr>
          <p:nvPr>
            <p:ph type="subTitle" idx="7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9" name="Google Shape;629;p26"/>
          <p:cNvSpPr txBox="1">
            <a:spLocks noGrp="1"/>
          </p:cNvSpPr>
          <p:nvPr>
            <p:ph type="subTitle" idx="8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30" name="Google Shape;630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33" name="Google Shape;633;p27"/>
          <p:cNvGrpSpPr/>
          <p:nvPr/>
        </p:nvGrpSpPr>
        <p:grpSpPr>
          <a:xfrm rot="10800000" flipH="1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rot="10800000" flipH="1">
              <a:off x="-163643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rot="10800000" flipH="1">
            <a:off x="8818850" y="4058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avLst/>
                <a:gdLst/>
                <a:ahLst/>
                <a:cxnLst/>
                <a:rect l="l" t="t" r="r" b="b"/>
                <a:pathLst>
                  <a:path w="64958" h="33981" extrusionOk="0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rot="10800000" flipH="1">
                <a:off x="-955172" y="-1359417"/>
                <a:ext cx="2979895" cy="1757817"/>
              </a:xfrm>
              <a:custGeom>
                <a:avLst/>
                <a:gdLst/>
                <a:ahLst/>
                <a:cxnLst/>
                <a:rect l="l" t="t" r="r" b="b"/>
                <a:pathLst>
                  <a:path w="111617" h="65842" extrusionOk="0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rot="10800000" flipH="1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8" name="Google Shape;668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rot="10800000" flipH="1">
              <a:off x="-2028096" y="-66522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rot="10800000" flipH="1">
              <a:off x="-1206796" y="-728442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5" h="4203" extrusionOk="0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5" h="4203" extrusionOk="0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rot="10800000" flipH="1">
              <a:off x="-563672" y="-1311142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rot="10800000" flipH="1">
              <a:off x="6338717" y="-9979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7" name="Google Shape;707;p30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30"/>
          <p:cNvSpPr txBox="1">
            <a:spLocks noGrp="1"/>
          </p:cNvSpPr>
          <p:nvPr>
            <p:ph type="subTitle" idx="1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0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5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50" name="Google Shape;750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Presentation</a:t>
            </a:r>
            <a:endParaRPr lang="en" dirty="0" err="1"/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Team Legacy</a:t>
            </a:r>
            <a:endParaRPr lang="en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06" name="Google Shape;806;p38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</a:p>
        </p:txBody>
      </p:sp>
      <p:sp>
        <p:nvSpPr>
          <p:cNvPr id="807" name="Google Shape;807;p38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Projects idea</a:t>
            </a:r>
            <a:endParaRPr/>
          </a:p>
        </p:txBody>
      </p:sp>
      <p:sp>
        <p:nvSpPr>
          <p:cNvPr id="811" name="Google Shape;811;p38"/>
          <p:cNvSpPr/>
          <p:nvPr/>
        </p:nvSpPr>
        <p:spPr>
          <a:xfrm>
            <a:off x="232194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38"/>
          <p:cNvGrpSpPr/>
          <p:nvPr/>
        </p:nvGrpSpPr>
        <p:grpSpPr>
          <a:xfrm>
            <a:off x="2435847" y="1343200"/>
            <a:ext cx="339200" cy="338875"/>
            <a:chOff x="2489475" y="2118450"/>
            <a:chExt cx="339200" cy="338875"/>
          </a:xfrm>
        </p:grpSpPr>
        <p:sp>
          <p:nvSpPr>
            <p:cNvPr id="813" name="Google Shape;813;p38"/>
            <p:cNvSpPr/>
            <p:nvPr/>
          </p:nvSpPr>
          <p:spPr>
            <a:xfrm>
              <a:off x="2489475" y="211845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619450" y="2159900"/>
              <a:ext cx="79600" cy="79250"/>
            </a:xfrm>
            <a:custGeom>
              <a:avLst/>
              <a:gdLst/>
              <a:ahLst/>
              <a:cxnLst/>
              <a:rect l="l" t="t" r="r" b="b"/>
              <a:pathLst>
                <a:path w="3184" h="3170" extrusionOk="0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560025" y="2282350"/>
              <a:ext cx="198375" cy="92325"/>
            </a:xfrm>
            <a:custGeom>
              <a:avLst/>
              <a:gdLst/>
              <a:ahLst/>
              <a:cxnLst/>
              <a:rect l="l" t="t" r="r" b="b"/>
              <a:pathLst>
                <a:path w="7935" h="3693" extrusionOk="0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16" name="Google Shape;816;p38"/>
          <p:cNvCxnSpPr>
            <a:stCxn id="817" idx="3"/>
            <a:endCxn id="811" idx="1"/>
          </p:cNvCxnSpPr>
          <p:nvPr/>
        </p:nvCxnSpPr>
        <p:spPr>
          <a:xfrm>
            <a:off x="2017150" y="151265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8" name="Google Shape;818;p38"/>
          <p:cNvSpPr/>
          <p:nvPr/>
        </p:nvSpPr>
        <p:spPr>
          <a:xfrm>
            <a:off x="4716422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9" name="Google Shape;819;p38"/>
          <p:cNvCxnSpPr>
            <a:stCxn id="820" idx="3"/>
            <a:endCxn id="818" idx="1"/>
          </p:cNvCxnSpPr>
          <p:nvPr/>
        </p:nvCxnSpPr>
        <p:spPr>
          <a:xfrm>
            <a:off x="4411625" y="1512651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1" name="Google Shape;821;p38"/>
          <p:cNvSpPr/>
          <p:nvPr/>
        </p:nvSpPr>
        <p:spPr>
          <a:xfrm>
            <a:off x="711089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8"/>
          <p:cNvSpPr txBox="1">
            <a:spLocks noGrp="1"/>
          </p:cNvSpPr>
          <p:nvPr>
            <p:ph type="subTitle" idx="6"/>
          </p:nvPr>
        </p:nvSpPr>
        <p:spPr>
          <a:xfrm>
            <a:off x="5799760" y="195646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Steps of production</a:t>
            </a:r>
            <a:endParaRPr/>
          </a:p>
        </p:txBody>
      </p:sp>
      <p:grpSp>
        <p:nvGrpSpPr>
          <p:cNvPr id="847" name="Google Shape;847;p38"/>
          <p:cNvGrpSpPr/>
          <p:nvPr/>
        </p:nvGrpSpPr>
        <p:grpSpPr>
          <a:xfrm>
            <a:off x="7224810" y="1342988"/>
            <a:ext cx="339275" cy="339300"/>
            <a:chOff x="3277475" y="3256400"/>
            <a:chExt cx="339275" cy="339300"/>
          </a:xfrm>
        </p:grpSpPr>
        <p:sp>
          <p:nvSpPr>
            <p:cNvPr id="848" name="Google Shape;848;p38"/>
            <p:cNvSpPr/>
            <p:nvPr/>
          </p:nvSpPr>
          <p:spPr>
            <a:xfrm>
              <a:off x="3277475" y="3256400"/>
              <a:ext cx="339275" cy="339300"/>
            </a:xfrm>
            <a:custGeom>
              <a:avLst/>
              <a:gdLst/>
              <a:ahLst/>
              <a:cxnLst/>
              <a:rect l="l" t="t" r="r" b="b"/>
              <a:pathLst>
                <a:path w="13571" h="13572" extrusionOk="0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3374325" y="3341150"/>
              <a:ext cx="145575" cy="145900"/>
            </a:xfrm>
            <a:custGeom>
              <a:avLst/>
              <a:gdLst/>
              <a:ahLst/>
              <a:cxnLst/>
              <a:rect l="l" t="t" r="r" b="b"/>
              <a:pathLst>
                <a:path w="5823" h="5836" extrusionOk="0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3371900" y="3313500"/>
              <a:ext cx="65025" cy="13150"/>
            </a:xfrm>
            <a:custGeom>
              <a:avLst/>
              <a:gdLst/>
              <a:ahLst/>
              <a:cxnLst/>
              <a:rect l="l" t="t" r="r" b="b"/>
              <a:pathLst>
                <a:path w="2601" h="526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3371900" y="3341150"/>
              <a:ext cx="37375" cy="13550"/>
            </a:xfrm>
            <a:custGeom>
              <a:avLst/>
              <a:gdLst/>
              <a:ahLst/>
              <a:cxnLst/>
              <a:rect l="l" t="t" r="r" b="b"/>
              <a:pathLst>
                <a:path w="1495" h="542" extrusionOk="0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3371900" y="3285775"/>
              <a:ext cx="65775" cy="13225"/>
            </a:xfrm>
            <a:custGeom>
              <a:avLst/>
              <a:gdLst/>
              <a:ahLst/>
              <a:cxnLst/>
              <a:rect l="l" t="t" r="r" b="b"/>
              <a:pathLst>
                <a:path w="2631" h="529" extrusionOk="0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3454575" y="3313500"/>
              <a:ext cx="65325" cy="13150"/>
            </a:xfrm>
            <a:custGeom>
              <a:avLst/>
              <a:gdLst/>
              <a:ahLst/>
              <a:cxnLst/>
              <a:rect l="l" t="t" r="r" b="b"/>
              <a:pathLst>
                <a:path w="2613" h="526" extrusionOk="0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3454575" y="3285775"/>
              <a:ext cx="65675" cy="13225"/>
            </a:xfrm>
            <a:custGeom>
              <a:avLst/>
              <a:gdLst/>
              <a:ahLst/>
              <a:cxnLst/>
              <a:rect l="l" t="t" r="r" b="b"/>
              <a:pathLst>
                <a:path w="2627" h="529" extrusionOk="0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3484600" y="3341150"/>
              <a:ext cx="37375" cy="13550"/>
            </a:xfrm>
            <a:custGeom>
              <a:avLst/>
              <a:gdLst/>
              <a:ahLst/>
              <a:cxnLst/>
              <a:rect l="l" t="t" r="r" b="b"/>
              <a:pathLst>
                <a:path w="1495" h="542" extrusionOk="0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3371900" y="3473600"/>
              <a:ext cx="37375" cy="13450"/>
            </a:xfrm>
            <a:custGeom>
              <a:avLst/>
              <a:gdLst/>
              <a:ahLst/>
              <a:cxnLst/>
              <a:rect l="l" t="t" r="r" b="b"/>
              <a:pathLst>
                <a:path w="1495" h="538" extrusionOk="0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8"/>
            <p:cNvSpPr/>
            <p:nvPr/>
          </p:nvSpPr>
          <p:spPr>
            <a:xfrm>
              <a:off x="3484600" y="3473600"/>
              <a:ext cx="37375" cy="13450"/>
            </a:xfrm>
            <a:custGeom>
              <a:avLst/>
              <a:gdLst/>
              <a:ahLst/>
              <a:cxnLst/>
              <a:rect l="l" t="t" r="r" b="b"/>
              <a:pathLst>
                <a:path w="1495" h="538" extrusionOk="0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38"/>
          <p:cNvGrpSpPr/>
          <p:nvPr/>
        </p:nvGrpSpPr>
        <p:grpSpPr>
          <a:xfrm>
            <a:off x="4860647" y="1342988"/>
            <a:ext cx="338875" cy="339300"/>
            <a:chOff x="2518850" y="3256400"/>
            <a:chExt cx="338875" cy="339300"/>
          </a:xfrm>
        </p:grpSpPr>
        <p:sp>
          <p:nvSpPr>
            <p:cNvPr id="859" name="Google Shape;859;p38"/>
            <p:cNvSpPr/>
            <p:nvPr/>
          </p:nvSpPr>
          <p:spPr>
            <a:xfrm>
              <a:off x="2518850" y="3256400"/>
              <a:ext cx="338875" cy="339300"/>
            </a:xfrm>
            <a:custGeom>
              <a:avLst/>
              <a:gdLst/>
              <a:ahLst/>
              <a:cxnLst/>
              <a:rect l="l" t="t" r="r" b="b"/>
              <a:pathLst>
                <a:path w="13555" h="13572" extrusionOk="0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25838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25838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26955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26955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0" name="Google Shape;820;p38"/>
          <p:cNvSpPr txBox="1">
            <a:spLocks noGrp="1"/>
          </p:cNvSpPr>
          <p:nvPr>
            <p:ph type="title" idx="9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71" name="Google Shape;871;p38"/>
          <p:cNvSpPr txBox="1">
            <a:spLocks noGrp="1"/>
          </p:cNvSpPr>
          <p:nvPr>
            <p:ph type="title" idx="14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17" name="Google Shape;817;p38"/>
          <p:cNvSpPr txBox="1">
            <a:spLocks noGrp="1"/>
          </p:cNvSpPr>
          <p:nvPr>
            <p:ph type="title" idx="7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874" name="Google Shape;874;p38"/>
          <p:cNvCxnSpPr>
            <a:stCxn id="871" idx="3"/>
            <a:endCxn id="821" idx="1"/>
          </p:cNvCxnSpPr>
          <p:nvPr/>
        </p:nvCxnSpPr>
        <p:spPr>
          <a:xfrm rot="10800000" flipH="1">
            <a:off x="6806100" y="1512502"/>
            <a:ext cx="304800" cy="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567960DD-3807-A056-90EA-E8EF914EFD96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Заглавие 4">
            <a:extLst>
              <a:ext uri="{FF2B5EF4-FFF2-40B4-BE49-F238E27FC236}">
                <a16:creationId xmlns:a16="http://schemas.microsoft.com/office/drawing/2014/main" id="{22C4B37F-5ADF-6916-D149-71D88F9DE935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Заглавие 6">
            <a:extLst>
              <a:ext uri="{FF2B5EF4-FFF2-40B4-BE49-F238E27FC236}">
                <a16:creationId xmlns:a16="http://schemas.microsoft.com/office/drawing/2014/main" id="{6AD48A4C-DBA3-6C4D-D0EB-766044B3B503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Подзаглавие 8">
            <a:extLst>
              <a:ext uri="{FF2B5EF4-FFF2-40B4-BE49-F238E27FC236}">
                <a16:creationId xmlns:a16="http://schemas.microsoft.com/office/drawing/2014/main" id="{43FC9C90-4D11-3A9D-33B1-6C5BE6D0770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Подзаглавие 10">
            <a:extLst>
              <a:ext uri="{FF2B5EF4-FFF2-40B4-BE49-F238E27FC236}">
                <a16:creationId xmlns:a16="http://schemas.microsoft.com/office/drawing/2014/main" id="{900D7F18-6D7E-B04E-9746-B593790B9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3" name="Заглавие 12">
            <a:extLst>
              <a:ext uri="{FF2B5EF4-FFF2-40B4-BE49-F238E27FC236}">
                <a16:creationId xmlns:a16="http://schemas.microsoft.com/office/drawing/2014/main" id="{A7CEAFA9-34CE-F910-2A10-9FF9338F5018}"/>
              </a:ext>
            </a:extLst>
          </p:cNvPr>
          <p:cNvSpPr>
            <a:spLocks noGrp="1"/>
          </p:cNvSpPr>
          <p:nvPr>
            <p:ph type="title" idx="8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 lang="bg-BG"/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14350" marR="0" lvl="0" indent="-514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Team</a:t>
            </a:r>
            <a:endParaRPr lang="en" sz="2600" b="0" dirty="0">
              <a:latin typeface="Poppins Black"/>
              <a:ea typeface="Poppins Black"/>
              <a:cs typeface="Poppins Black"/>
            </a:endParaRPr>
          </a:p>
        </p:txBody>
      </p:sp>
      <p:sp>
        <p:nvSpPr>
          <p:cNvPr id="954" name="Google Shape;954;p43"/>
          <p:cNvSpPr txBox="1">
            <a:spLocks noGrp="1"/>
          </p:cNvSpPr>
          <p:nvPr>
            <p:ph type="subTitle" idx="1"/>
          </p:nvPr>
        </p:nvSpPr>
        <p:spPr>
          <a:xfrm>
            <a:off x="5071158" y="3070886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Backend developer</a:t>
            </a:r>
            <a:endParaRPr lang="en" dirty="0"/>
          </a:p>
        </p:txBody>
      </p:sp>
      <p:sp>
        <p:nvSpPr>
          <p:cNvPr id="955" name="Google Shape;955;p43"/>
          <p:cNvSpPr txBox="1">
            <a:spLocks noGrp="1"/>
          </p:cNvSpPr>
          <p:nvPr>
            <p:ph type="subTitle" idx="2"/>
          </p:nvPr>
        </p:nvSpPr>
        <p:spPr>
          <a:xfrm>
            <a:off x="1404808" y="3056947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Frontend developer</a:t>
            </a:r>
            <a:endParaRPr lang="en" dirty="0"/>
          </a:p>
        </p:txBody>
      </p:sp>
      <p:sp>
        <p:nvSpPr>
          <p:cNvPr id="957" name="Google Shape;957;p43"/>
          <p:cNvSpPr txBox="1">
            <a:spLocks noGrp="1"/>
          </p:cNvSpPr>
          <p:nvPr>
            <p:ph type="subTitle" idx="4"/>
          </p:nvPr>
        </p:nvSpPr>
        <p:spPr>
          <a:xfrm>
            <a:off x="4869042" y="2497213"/>
            <a:ext cx="2946801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Milen Vasilev – 10 V</a:t>
            </a:r>
            <a:endParaRPr/>
          </a:p>
        </p:txBody>
      </p:sp>
      <p:sp>
        <p:nvSpPr>
          <p:cNvPr id="3" name="Google Shape;957;p43">
            <a:extLst>
              <a:ext uri="{FF2B5EF4-FFF2-40B4-BE49-F238E27FC236}">
                <a16:creationId xmlns:a16="http://schemas.microsoft.com/office/drawing/2014/main" id="{FE9118B4-6CB2-11FD-381A-785A333D95D2}"/>
              </a:ext>
            </a:extLst>
          </p:cNvPr>
          <p:cNvSpPr txBox="1">
            <a:spLocks/>
          </p:cNvSpPr>
          <p:nvPr/>
        </p:nvSpPr>
        <p:spPr>
          <a:xfrm>
            <a:off x="979125" y="2510222"/>
            <a:ext cx="338588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pPr marL="0" indent="0"/>
            <a:r>
              <a:rPr lang="en" dirty="0"/>
              <a:t>Todor Stamboliev – </a:t>
            </a:r>
            <a:r>
              <a:rPr lang="en"/>
              <a:t>10 V</a:t>
            </a:r>
          </a:p>
        </p:txBody>
      </p:sp>
      <p:pic>
        <p:nvPicPr>
          <p:cNvPr id="4" name="Картина 3" descr="Картина, която съдържа човек, Човешко лице, дрехи, стена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2C1D22FC-552E-5804-9BAB-283278AA3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128" y="1282390"/>
            <a:ext cx="1289360" cy="1289360"/>
          </a:xfrm>
          <a:prstGeom prst="rect">
            <a:avLst/>
          </a:prstGeom>
        </p:spPr>
      </p:pic>
      <p:pic>
        <p:nvPicPr>
          <p:cNvPr id="5" name="Картина 4" descr="Картина, която съдържа Човешко лице, човек, вежда, текст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0DEE7AAF-9DEA-2DFA-BA95-5266D1217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960" y="1268451"/>
            <a:ext cx="1325130" cy="12266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8BC8A96B-F07F-283F-925C-9027AA6C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82B800AF-C131-B509-201A-1B16CE940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Project idea</a:t>
            </a:r>
            <a:endParaRPr lang="en"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A29D9564-0C2D-2966-E7AC-F05C2C34D1E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ACF4D002-B37E-BFE5-C436-7FED0D79C357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59041E5F-F2D2-87AF-6596-F43CD8CAE04F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6BC19CF7-054E-E97F-3633-1019028BDD10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9800ACD4-A9DE-EBA1-064A-D13F4D2624AD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28F9BB34-3CB2-2A4E-1C2A-EEF0E328377A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2F361B7F-E962-FAAD-F6A9-23F933596D63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B94EF879-5A7D-A7B4-23B7-F7B6225F4DA2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28C1DDE0-9E1B-C8D6-C49A-BA497F4A23A6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FDAF567D-1F6B-DE03-CC59-BD8F5BC0D308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06B6B22A-B487-2112-4194-727AD03FC35E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38E936F7-6EFD-BB59-9701-1F72FF3F546C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532157A9-ACBB-D66F-FAF1-F9A37A7A810F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6089727E-997D-D8B8-AB2B-C0803B9A0B57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CEFA318C-AFEC-EF03-AF41-9291D81E1B28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2A1BDB4C-4BD3-7E4A-6FEE-379243C55F96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77443163-5B37-78B2-F2BB-26679D40C240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7E5FC13C-D1B7-F499-887F-E8E7DC0F021F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76C2FBB6-E82B-BAB8-2DA5-06B591549328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2115C8B0-3FEA-1C05-5C63-2021B4016CA2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219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2. Project idea</a:t>
            </a:r>
            <a:endParaRPr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3048661" y="152126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Our idea is to create a collaborative historical platform designed for everyone. In the app you can add different historic events from which people can learn. It will be </a:t>
            </a:r>
            <a:r>
              <a:rPr lang="en" dirty="0" err="1"/>
              <a:t>usefull</a:t>
            </a:r>
            <a:r>
              <a:rPr lang="en" dirty="0"/>
              <a:t> for people </a:t>
            </a:r>
            <a:r>
              <a:rPr lang="en" dirty="0" err="1"/>
              <a:t>becuase</a:t>
            </a:r>
            <a:r>
              <a:rPr lang="en" dirty="0"/>
              <a:t> they can learn about new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F49F50E9-C4CC-1C04-BB71-F53E6930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259A9C3A-10C2-0DB3-A3B4-1ED867508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Steps of production</a:t>
            </a:r>
            <a:endParaRPr lang="en"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BCCF37F6-1FDF-E28A-FA25-1CCF7B5011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608C916E-678A-7613-9B35-B611415FA584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E8573D58-B899-4BAD-8F32-94FAF5DC6F12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ED8B19D7-E4B8-3B1E-8769-6625D2501A0D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C90B17AE-3DD2-3B47-DD3A-D10E69826DDC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8C8D090D-2764-7E70-7FE7-D042E23B248B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286CF351-ADA1-B374-DC40-30A98B9DEEA2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99839D97-5989-DBBD-C765-B914B5E0D4B2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E41FCEAC-A2FB-1AC1-F6C1-F7A823B37520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26EB16FA-82D0-E534-6A8D-CEA11A0A5090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26C99AF8-A6ED-B5A6-B4E0-D3AF4544FFCF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FB516962-B83B-7646-E8DC-941F93D9027A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7CB01744-D5AA-211E-CDE7-F1A787680A54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93993B84-ECD6-010C-9E9C-0579AC353448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91B8436C-37B2-32E3-F966-CED55FF8A01A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DB4F56EF-7BA4-69B5-1FD4-104F00ADF105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BABCF965-6666-F32E-594D-D132C0088415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98BF07D2-3941-1574-A1FB-5BC27C17C539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21D17202-1B23-061E-154F-BF8A1BE5DA8A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351C16F0-DFB4-EB36-CE31-FC26014AA818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423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3. Steps of production</a:t>
            </a:r>
            <a:endParaRPr lang="en" dirty="0"/>
          </a:p>
        </p:txBody>
      </p:sp>
      <p:sp>
        <p:nvSpPr>
          <p:cNvPr id="6" name="Стрелка надясно 5">
            <a:extLst>
              <a:ext uri="{FF2B5EF4-FFF2-40B4-BE49-F238E27FC236}">
                <a16:creationId xmlns:a16="http://schemas.microsoft.com/office/drawing/2014/main" id="{5CF4F2D9-339D-686E-2749-0C5D9AFC275A}"/>
              </a:ext>
            </a:extLst>
          </p:cNvPr>
          <p:cNvSpPr/>
          <p:nvPr/>
        </p:nvSpPr>
        <p:spPr>
          <a:xfrm>
            <a:off x="761999" y="2057400"/>
            <a:ext cx="1897379" cy="1242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>
                <a:cs typeface="Arial"/>
              </a:rPr>
              <a:t>Making a team</a:t>
            </a:r>
            <a:endParaRPr lang="bg-BG"/>
          </a:p>
        </p:txBody>
      </p:sp>
      <p:sp>
        <p:nvSpPr>
          <p:cNvPr id="7" name="Стрелка надясно 6">
            <a:extLst>
              <a:ext uri="{FF2B5EF4-FFF2-40B4-BE49-F238E27FC236}">
                <a16:creationId xmlns:a16="http://schemas.microsoft.com/office/drawing/2014/main" id="{3F4A63E1-3BB1-DDAE-548E-274DB742FA15}"/>
              </a:ext>
            </a:extLst>
          </p:cNvPr>
          <p:cNvSpPr/>
          <p:nvPr/>
        </p:nvSpPr>
        <p:spPr>
          <a:xfrm>
            <a:off x="2659380" y="2057400"/>
            <a:ext cx="1973580" cy="124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>
                <a:cs typeface="Arial"/>
              </a:rPr>
              <a:t>Coming up with an idea</a:t>
            </a:r>
            <a:endParaRPr lang="bg-BG"/>
          </a:p>
        </p:txBody>
      </p:sp>
      <p:sp>
        <p:nvSpPr>
          <p:cNvPr id="8" name="Стрелка надясно 7">
            <a:extLst>
              <a:ext uri="{FF2B5EF4-FFF2-40B4-BE49-F238E27FC236}">
                <a16:creationId xmlns:a16="http://schemas.microsoft.com/office/drawing/2014/main" id="{5CEBA4F8-9D42-38F3-B8EC-38365BBCD5F6}"/>
              </a:ext>
            </a:extLst>
          </p:cNvPr>
          <p:cNvSpPr/>
          <p:nvPr/>
        </p:nvSpPr>
        <p:spPr>
          <a:xfrm>
            <a:off x="4632960" y="2011680"/>
            <a:ext cx="2110740" cy="1325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>
                <a:cs typeface="Arial"/>
              </a:rPr>
              <a:t>Project preparation</a:t>
            </a:r>
            <a:endParaRPr lang="bg-BG"/>
          </a:p>
        </p:txBody>
      </p:sp>
      <p:sp>
        <p:nvSpPr>
          <p:cNvPr id="9" name="Стрелка надясно 8">
            <a:extLst>
              <a:ext uri="{FF2B5EF4-FFF2-40B4-BE49-F238E27FC236}">
                <a16:creationId xmlns:a16="http://schemas.microsoft.com/office/drawing/2014/main" id="{120DAEFA-A864-8176-8F12-4AEABE30EEF1}"/>
              </a:ext>
            </a:extLst>
          </p:cNvPr>
          <p:cNvSpPr/>
          <p:nvPr/>
        </p:nvSpPr>
        <p:spPr>
          <a:xfrm>
            <a:off x="6743700" y="2057400"/>
            <a:ext cx="1905000" cy="1272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>
                <a:cs typeface="Arial"/>
              </a:rPr>
              <a:t>Presentation</a:t>
            </a:r>
            <a:endParaRPr lang="bg-B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p48"/>
          <p:cNvGrpSpPr/>
          <p:nvPr/>
        </p:nvGrpSpPr>
        <p:grpSpPr>
          <a:xfrm rot="10800000" flipH="1">
            <a:off x="-1544774" y="3310577"/>
            <a:ext cx="3296400" cy="703085"/>
            <a:chOff x="-12" y="3628590"/>
            <a:chExt cx="3296400" cy="703085"/>
          </a:xfrm>
        </p:grpSpPr>
        <p:grpSp>
          <p:nvGrpSpPr>
            <p:cNvPr id="1106" name="Google Shape;1106;p4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107" name="Google Shape;1107;p4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8" name="Google Shape;1108;p4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9" name="Google Shape;1109;p4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110" name="Google Shape;1110;p4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11" name="Google Shape;1111;p4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2" name="Google Shape;1112;p4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113" name="Google Shape;1113;p4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14" name="Google Shape;1114;p4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5" name="Google Shape;1115;p4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116" name="Google Shape;1116;p4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7" name="Google Shape;1117;p4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8" name="Google Shape;1118;p48"/>
          <p:cNvGrpSpPr/>
          <p:nvPr/>
        </p:nvGrpSpPr>
        <p:grpSpPr>
          <a:xfrm>
            <a:off x="7285859" y="749790"/>
            <a:ext cx="4555892" cy="541915"/>
            <a:chOff x="5950034" y="3380465"/>
            <a:chExt cx="4555892" cy="541915"/>
          </a:xfrm>
        </p:grpSpPr>
        <p:grpSp>
          <p:nvGrpSpPr>
            <p:cNvPr id="1119" name="Google Shape;1119;p48"/>
            <p:cNvGrpSpPr/>
            <p:nvPr/>
          </p:nvGrpSpPr>
          <p:grpSpPr>
            <a:xfrm rot="10800000">
              <a:off x="5950034" y="3380473"/>
              <a:ext cx="2877996" cy="223763"/>
              <a:chOff x="1748550" y="2064750"/>
              <a:chExt cx="3573375" cy="277863"/>
            </a:xfrm>
          </p:grpSpPr>
          <p:sp>
            <p:nvSpPr>
              <p:cNvPr id="1120" name="Google Shape;1120;p48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21" name="Google Shape;1121;p48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2" name="Google Shape;1122;p48"/>
            <p:cNvGrpSpPr/>
            <p:nvPr/>
          </p:nvGrpSpPr>
          <p:grpSpPr>
            <a:xfrm rot="10800000">
              <a:off x="6396949" y="3536010"/>
              <a:ext cx="2430997" cy="185534"/>
              <a:chOff x="1748547" y="1392116"/>
              <a:chExt cx="5911958" cy="451312"/>
            </a:xfrm>
          </p:grpSpPr>
          <p:sp>
            <p:nvSpPr>
              <p:cNvPr id="1123" name="Google Shape;1123;p48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24" name="Google Shape;1124;p48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5" name="Google Shape;1125;p48"/>
            <p:cNvGrpSpPr/>
            <p:nvPr/>
          </p:nvGrpSpPr>
          <p:grpSpPr>
            <a:xfrm rot="10800000">
              <a:off x="6906834" y="3876719"/>
              <a:ext cx="3140396" cy="45661"/>
              <a:chOff x="234768" y="1449263"/>
              <a:chExt cx="3899175" cy="56700"/>
            </a:xfrm>
          </p:grpSpPr>
          <p:cxnSp>
            <p:nvCxnSpPr>
              <p:cNvPr id="1126" name="Google Shape;1126;p48"/>
              <p:cNvCxnSpPr/>
              <p:nvPr/>
            </p:nvCxnSpPr>
            <p:spPr>
              <a:xfrm>
                <a:off x="234768" y="1477625"/>
                <a:ext cx="3846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27" name="Google Shape;1127;p48"/>
              <p:cNvSpPr/>
              <p:nvPr/>
            </p:nvSpPr>
            <p:spPr>
              <a:xfrm>
                <a:off x="4077243" y="1449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48"/>
            <p:cNvGrpSpPr/>
            <p:nvPr/>
          </p:nvGrpSpPr>
          <p:grpSpPr>
            <a:xfrm flipH="1">
              <a:off x="7495622" y="3380465"/>
              <a:ext cx="3010303" cy="45661"/>
              <a:chOff x="1766900" y="2869225"/>
              <a:chExt cx="3737650" cy="56700"/>
            </a:xfrm>
          </p:grpSpPr>
          <p:cxnSp>
            <p:nvCxnSpPr>
              <p:cNvPr id="1129" name="Google Shape;1129;p4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0" name="Google Shape;1130;p4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7DE73983-A97A-8213-CA71-36A616795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25080" y="937120"/>
            <a:ext cx="8795940" cy="1863300"/>
          </a:xfrm>
        </p:spPr>
        <p:txBody>
          <a:bodyPr/>
          <a:lstStyle/>
          <a:p>
            <a:r>
              <a:rPr lang="bg-BG" sz="6000"/>
              <a:t>Lets get to the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Презентация на цял екран (16:9)</PresentationFormat>
  <Slides>9</Slides>
  <Notes>9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Заглавия на слайдовете</vt:lpstr>
      </vt:variant>
      <vt:variant>
        <vt:i4>9</vt:i4>
      </vt:variant>
    </vt:vector>
  </HeadingPairs>
  <TitlesOfParts>
    <vt:vector size="11" baseType="lpstr">
      <vt:lpstr>Data Analytics Strategy Toolkit by Slidesgo</vt:lpstr>
      <vt:lpstr>Slidesgo Final Pages</vt:lpstr>
      <vt:lpstr>Team Legacy</vt:lpstr>
      <vt:lpstr>TABLE OF CONTENTS</vt:lpstr>
      <vt:lpstr>Team</vt:lpstr>
      <vt:lpstr>Team</vt:lpstr>
      <vt:lpstr>Project idea</vt:lpstr>
      <vt:lpstr>2. Project idea</vt:lpstr>
      <vt:lpstr>Steps of production</vt:lpstr>
      <vt:lpstr>3. Steps of production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293</cp:revision>
  <dcterms:modified xsi:type="dcterms:W3CDTF">2026-03-03T16:29:51Z</dcterms:modified>
</cp:coreProperties>
</file>